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Smart Attendance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+ cloud for proxy-free, real-time attendance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097280" cy="54864"/>
          </a:xfrm>
          <a:prstGeom prst="rect">
            <a:avLst/>
          </a:prstGeom>
          <a:solidFill>
            <a:srgbClr val="2E86D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Attendance in Colleges Is Broken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00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50-minute lecture can go on a manual roll call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600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session calling names and collecting signatures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00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attendance commonly needed for exam eligibility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64008" cy="9144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calls eat teaching time; copying paper sheets later adds admin work.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64008" cy="9144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sign or answer for absent friends.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64008" cy="9144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presence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leave right after roll call or arrive just before it.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64008" cy="9144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records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get lost or altered; parents and management get no real-time view.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arXiv 2211.07582; IJARSCT Paper 37275; AcademiaERP; M2P Fintech case study; SIH 2025 PS 25016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Methods Fall Short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468880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student stayed?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roll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cards can be handed 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Queues 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SmartAttend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face + liveness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start and end scans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4114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no common method gives reliable proof of presence or real-time data.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SmartAttend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6F6EC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camera recognises faces; no queues, cards or signatures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097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presence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at start and end; counts only if the student stays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6F6EC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097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Cloud-powered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saved centrally, available anywhere in real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3464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in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matches wait for human 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6F6EC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83464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get SMS for absence or leaving early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83464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system works across rooms and campuses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E86DE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at start and end of class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 &amp; recognise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faces to enrolled students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Secure upload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sent to cloud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45720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0" y="1554480"/>
            <a:ext cx="45720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011680"/>
            <a:ext cx="0" cy="27432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286000"/>
            <a:ext cx="2011680" cy="1097280"/>
          </a:xfrm>
          <a:prstGeom prst="diamond">
            <a:avLst/>
          </a:prstGeom>
          <a:solidFill>
            <a:srgbClr val="FFF4DC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5669280" y="2834640"/>
            <a:ext cx="64008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760720" y="2560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5146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teacher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3383280"/>
            <a:ext cx="0" cy="36576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40664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6F6EC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cloud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and exit time logged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flipH="1">
            <a:off x="5669280" y="4069080"/>
            <a:ext cx="45720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91840" y="37490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view, parent SMS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EEF4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check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only if seen at both scans. This stops mark-and-leave and proxy attendance.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2E86DE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camera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images at start and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057400"/>
            <a:ext cx="13716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128016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28016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faces, sends encrypted images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057400"/>
            <a:ext cx="13716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128016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28016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and routes requests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2057400"/>
            <a:ext cx="13716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128016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128016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faces, checks liveness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2057400"/>
            <a:ext cx="137160" cy="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28016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28016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records, logs and history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834640"/>
            <a:ext cx="0" cy="365760"/>
          </a:xfrm>
          <a:prstGeom prst="line">
            <a:avLst/>
          </a:prstGeom>
          <a:noFill/>
          <a:ln w="25400">
            <a:solidFill>
              <a:srgbClr val="1230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52160" y="320040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student, parent and admin views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encryption in transit and at rest · consent for face data · role-based access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Teacher Dashboard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12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CS-A · Room 204 · Scan at start | Scan at end | Reset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E2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1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5176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early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CE6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6459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 /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 Mathew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09:01 / 09:50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Suresh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09:04 / 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Nair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09:01 / 09:14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Pillai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of the web prototype · sample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How a Class Runs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2E86D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at start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recognised one by one; times in logged.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EF4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flags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920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approves or rejects low-confidence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2E86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 at end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920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and early leavers identified; SMS sent to parents.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118872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EF4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1280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Student app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920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status and overall attendance against the 75% rule.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the working web prototype simulates this full flow with sample data. The real camera and cloud database are the next build step.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6F6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5–10 minutes per class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tamper-resistant records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access for teachers and parents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rooms and campuses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1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fixes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internet: offline mode with sync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consent, encryption, limited retention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lighting: good cameras, teacher review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pay-as-you-go cloud pricing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replaces slow, proxy-prone roll calls with fast, verified, cloud-based attendance.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and cloud deployment with a real student database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to spot at-risk students from absence patterns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and learning-platform integration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privacy controls and consent management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SmartAttend: Cloud-Based Smart Attendance System</dc:title>
  <dc:subject>PptxGenJS Presentation</dc:subject>
  <dc:creator>PptxGenJS</dc:creator>
  <cp:lastModifiedBy>PptxGenJS</cp:lastModifiedBy>
  <cp:revision>1</cp:revision>
  <dcterms:created xsi:type="dcterms:W3CDTF">2026-10-09T05:39:10Z</dcterms:created>
  <dcterms:modified xsi:type="dcterms:W3CDTF">2026-10-09T05:39:10Z</dcterms:modified>
</cp:coreProperties>
</file>